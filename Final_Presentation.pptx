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chivo Black" panose="020B0604020202020204" charset="0"/>
      <p:regular r:id="rId9"/>
    </p:embeddedFont>
    <p:embeddedFont>
      <p:font typeface="Garet" panose="020B0604020202020204" charset="0"/>
      <p:regular r:id="rId10"/>
    </p:embeddedFont>
    <p:embeddedFont>
      <p:font typeface="Garet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885470" y="6394076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Multimodal Data Exploration for Business Intelligence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606104"/>
            <a:ext cx="3366096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956726"/>
            <a:ext cx="3366096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Shruti Jagdale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4796" y="8606104"/>
            <a:ext cx="3366096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94796" y="8956726"/>
            <a:ext cx="3366096" cy="327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Prof. Xiaojun Bi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778520" y="4211179"/>
            <a:ext cx="18037820" cy="198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331"/>
              </a:lnSpc>
              <a:spcBef>
                <a:spcPct val="0"/>
              </a:spcBef>
            </a:pPr>
            <a:r>
              <a:rPr lang="en-US" sz="9399" spc="-74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SONIDASH: AUDIO-AUGMENTED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032474" y="2790825"/>
          <a:ext cx="5891416" cy="4705348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633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Large datasets are overwhelming visually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33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Patterns in sequences are hard to detect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33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Quick scanning of multiple data points is difficult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33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Accessibility limitations for visually impaired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46981" y="1934867"/>
            <a:ext cx="748216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 spc="-23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Problem with Traditional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543434" y="0"/>
            <a:ext cx="7201132" cy="10287000"/>
            <a:chOff x="0" y="0"/>
            <a:chExt cx="9601509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983" r="52377"/>
            <a:stretch>
              <a:fillRect/>
            </a:stretch>
          </p:blipFill>
          <p:spPr>
            <a:xfrm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3722891" y="4880657"/>
            <a:ext cx="3828934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SoniDash: Audio-Augmented Analytics</a:t>
            </a:r>
          </a:p>
          <a:p>
            <a:pPr algn="r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6732" y="4518025"/>
            <a:ext cx="31209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Hear individual data points to detect patterns and outliers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9691"/>
            <a:ext cx="312090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VISUAL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8432" y="391721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6732" y="7458075"/>
            <a:ext cx="31209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Using both senses for richer data understanding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732" y="1577579"/>
            <a:ext cx="31209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See overall patterns and compare values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6732" y="4073525"/>
            <a:ext cx="312090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AUDIO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6732" y="7010400"/>
            <a:ext cx="312090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MULTIMODAL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095936" y="4989437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07737" y="4989437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382445" y="4989437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557564"/>
            <a:ext cx="7279037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It Works:</a:t>
            </a:r>
          </a:p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Audio Mapping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90994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Three Dimensions of Sound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374" y="5864177"/>
            <a:ext cx="570841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PITCH (Frequency)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6360" y="5864177"/>
            <a:ext cx="463581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VOLUME (Loudness)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1779" y="6473777"/>
            <a:ext cx="334444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Sales Volatility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Quiet: Stable sales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Loud: Volatile sales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21540" y="5864177"/>
            <a:ext cx="479433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TIMBRE (Instrument)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7206" y="6473777"/>
            <a:ext cx="357101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Sales Volume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High: Many units sold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Low: Few units sold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21540" y="6473777"/>
            <a:ext cx="5099593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Brand Identity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 unique instruments</a:t>
            </a:r>
          </a:p>
          <a:p>
            <a:pPr marL="453388" lvl="1" indent="-226694" algn="ctr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Sine, Triangle, Square, Sawtooth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242562" y="171246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225401" y="4026739"/>
            <a:ext cx="7837198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FOR LUXURY COSMETICS BRANDS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25401" y="6231668"/>
            <a:ext cx="80074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index.html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09650"/>
            <a:ext cx="12480736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Real-World Applications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613211" y="3044037"/>
            <a:ext cx="7664150" cy="815442"/>
            <a:chOff x="0" y="0"/>
            <a:chExt cx="10218867" cy="1087256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Quick Pattern Detection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Scan multiple brands rapidly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613211" y="4783857"/>
            <a:ext cx="7664150" cy="815442"/>
            <a:chOff x="0" y="0"/>
            <a:chExt cx="10218867" cy="1087256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Outlier Identification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Unusual sounds stand out immediately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13211" y="6427974"/>
            <a:ext cx="7664150" cy="815442"/>
            <a:chOff x="0" y="0"/>
            <a:chExt cx="10218867" cy="10872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Accessibility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Inclusive data exploration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06/07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613211" y="8167341"/>
            <a:ext cx="7664150" cy="815442"/>
            <a:chOff x="0" y="0"/>
            <a:chExt cx="10218867" cy="108725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Investor Presentations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Engaging data storytelling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3092115"/>
            <a:ext cx="721090" cy="719285"/>
          </a:xfrm>
          <a:custGeom>
            <a:avLst/>
            <a:gdLst/>
            <a:ahLst/>
            <a:cxnLst/>
            <a:rect l="l" t="t" r="r" b="b"/>
            <a:pathLst>
              <a:path w="721090" h="719285">
                <a:moveTo>
                  <a:pt x="0" y="0"/>
                </a:moveTo>
                <a:lnTo>
                  <a:pt x="721090" y="0"/>
                </a:lnTo>
                <a:lnTo>
                  <a:pt x="721090" y="719286"/>
                </a:lnTo>
                <a:lnTo>
                  <a:pt x="0" y="719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28700" y="4783857"/>
            <a:ext cx="721090" cy="719285"/>
          </a:xfrm>
          <a:custGeom>
            <a:avLst/>
            <a:gdLst/>
            <a:ahLst/>
            <a:cxnLst/>
            <a:rect l="l" t="t" r="r" b="b"/>
            <a:pathLst>
              <a:path w="721090" h="719285">
                <a:moveTo>
                  <a:pt x="0" y="0"/>
                </a:moveTo>
                <a:lnTo>
                  <a:pt x="721090" y="0"/>
                </a:lnTo>
                <a:lnTo>
                  <a:pt x="721090" y="719286"/>
                </a:lnTo>
                <a:lnTo>
                  <a:pt x="0" y="719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028700" y="6476052"/>
            <a:ext cx="721090" cy="719285"/>
          </a:xfrm>
          <a:custGeom>
            <a:avLst/>
            <a:gdLst/>
            <a:ahLst/>
            <a:cxnLst/>
            <a:rect l="l" t="t" r="r" b="b"/>
            <a:pathLst>
              <a:path w="721090" h="719285">
                <a:moveTo>
                  <a:pt x="0" y="0"/>
                </a:moveTo>
                <a:lnTo>
                  <a:pt x="721090" y="0"/>
                </a:lnTo>
                <a:lnTo>
                  <a:pt x="721090" y="719286"/>
                </a:lnTo>
                <a:lnTo>
                  <a:pt x="0" y="719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28700" y="8215419"/>
            <a:ext cx="721090" cy="719285"/>
          </a:xfrm>
          <a:custGeom>
            <a:avLst/>
            <a:gdLst/>
            <a:ahLst/>
            <a:cxnLst/>
            <a:rect l="l" t="t" r="r" b="b"/>
            <a:pathLst>
              <a:path w="721090" h="719285">
                <a:moveTo>
                  <a:pt x="0" y="0"/>
                </a:moveTo>
                <a:lnTo>
                  <a:pt x="721090" y="0"/>
                </a:lnTo>
                <a:lnTo>
                  <a:pt x="721090" y="719286"/>
                </a:lnTo>
                <a:lnTo>
                  <a:pt x="0" y="719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42303" y="4839652"/>
            <a:ext cx="7203393" cy="91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8000" spc="-63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7/7</a:t>
            </a:r>
          </a:p>
        </p:txBody>
      </p:sp>
      <p:sp>
        <p:nvSpPr>
          <p:cNvPr id="5" name="AutoShape 5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189</Words>
  <Application>Microsoft Office PowerPoint</Application>
  <PresentationFormat>Custom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Garet</vt:lpstr>
      <vt:lpstr>Arial</vt:lpstr>
      <vt:lpstr>Archivo Black</vt:lpstr>
      <vt:lpstr>Garet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cp:lastModifiedBy>Shruti Jagdale</cp:lastModifiedBy>
  <cp:revision>3</cp:revision>
  <dcterms:created xsi:type="dcterms:W3CDTF">2006-08-16T00:00:00Z</dcterms:created>
  <dcterms:modified xsi:type="dcterms:W3CDTF">2025-12-04T22:54:31Z</dcterms:modified>
  <dc:identifier>DAG6NP7u58w</dc:identifier>
</cp:coreProperties>
</file>